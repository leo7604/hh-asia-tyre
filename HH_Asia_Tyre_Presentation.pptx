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</a:defRPr>
            </a:pPr>
            <a:r>
              <a:t>HH ASIA TYRE ALLIANCE PLUS+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6666"/>
                </a:solidFill>
              </a:defRPr>
            </a:pPr>
            <a:r>
              <a:t>Digital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Team: Leonardo Reparejo Jr., Asher Dane Manzano, Eric Godwin Jose, Felix Gallardo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[School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ABOUT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What We Built: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Modern landing page with promotions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6-step booking system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Real-time slot availability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Multi-branch support (6 locations)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Mobile-responsive PWA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Tech Stack: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React 18 + Vite 5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Supabase (PostgreSQL)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Tailwind CSS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Vercel Deployment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AI Assistant: Qwen (Qoder)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Scope: 6 branches | 6+ services | ~8,000+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Customer Pain Points: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Long, confusing booking forms (11 fields)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No real-time availability checking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Double bookings causing conflicts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Poor mobile experience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Unclear branch information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Business Impact: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High booking abandonment rate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Frustrated customers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Lost revenue opportunities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❌ Inefficient manual phone booking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The Need: Modern, user-friendly online booking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MODERN LANDING PAGE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Hero slider with promotions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Services showcase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Branch locations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GUIDED BOOKING FLOW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6 simple steps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Real-time availability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Instant confirmation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CRM &amp; INVENTORY INTEGRATION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Customer data sync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Real-time stock management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Product availability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MOBILE-FIRST DESIGN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Progressive Web App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Works on all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MODERN LANDING PAGE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Hero slider, services, branches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SMART BOOKING SYSTEM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6-step process, real-time slots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1 customer per slot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CRM &amp; INVENTORY INTEGRATION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Customer data sync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Vehicle history tracking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MOBILE-FIRST DESIGN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PWA, touch-friendly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Innovation: AI-assisted, Supabase +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LANDING PAGE: HERO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Features: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Eye-catching slider with promotions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Clear 'Book Now' call-to-action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Contact information visible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Professional branding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Full homepage hero section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Show promotions slider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Highlight 'Book Now' 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LANDING PAGE: SERVICES &amp;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Services Section: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6+ automotive services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Service icons and descriptions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Price range estimates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Branch Locations: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All 6 branches with images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Region filtering (Manila vs Laoag)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Contact details and hours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Services grid view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Branch cards with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LANDING PAGE: SOCIAL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Testimonials: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Customer reviews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Star ratings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Trust signals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Gallery: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Service photos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Workshop images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Professional quality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Testimonials section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Gallery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HOW TO BOOK: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1: Select Branch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Choose region (Manila/Laoag)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View branch details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2: Enter Vehicle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Year, make, model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Plate number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3: Choose Services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Multi-select services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See descriptions and prices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Branch selection, Vehicle form,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Service checkboxes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HOW TO BOOK: Complete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4: Pick Date &amp; Time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Calendar date picker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Color-coded availability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🟢 Available | 🟡 Limited |  Full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5: Customer Information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Name and contact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Email and phone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Step 6: Review &amp; Confirm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Complete summary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Instant reference number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Date/time picker, Info form,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Success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MOBILE-FIRST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Progressive Web App (PWA):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Installable on mobile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Works offline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App-like experience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Responsive Design: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Desktop optimized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Tablet friendly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Mobile optimized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Touch-friendly buttons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Screenshots: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Homepage (mobile)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Booking form (mobile)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Time slots (mobile)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📸 Insert Screenshot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Achievements: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✅ Modern landing page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✅ Complete booking system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✅ Real-time availability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✅ Multi-branch support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✅ Mobile-responsive PWA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Impact: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Improved customer experience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Efficient online booking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Professional web presence</a:t>
            </a: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</a:p>
          <a:p>
            <a:pPr algn="ctr"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